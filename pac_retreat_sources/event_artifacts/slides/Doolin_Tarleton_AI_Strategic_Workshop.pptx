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5998" cy="9143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C8ED7-F556-C996-6E7B-8984B98778CA}"/>
              </a:ext>
            </a:extLst>
          </p:cNvPr>
          <p:cNvSpPr txBox="1"/>
          <p:nvPr/>
        </p:nvSpPr>
        <p:spPr>
          <a:xfrm>
            <a:off x="1485080" y="3947621"/>
            <a:ext cx="5381778" cy="3183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Purpose of Today’s Workshop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3979989"/>
            <a:ext cx="975360" cy="897947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4263560" y="0"/>
            <a:ext cx="199244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1080" y="522514"/>
            <a:ext cx="8012488" cy="80227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656" y="2475285"/>
            <a:ext cx="7381334" cy="4115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18284-7D24-4683-7F23-923805F2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09" y="1343603"/>
            <a:ext cx="1828800" cy="1216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0749E5-80C6-0CB9-9D60-7FBD3779F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294" y="1343604"/>
            <a:ext cx="1103412" cy="1651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2A4FD-74FB-7025-7D5D-F0426B8D2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0400" y="1343603"/>
            <a:ext cx="1501191" cy="1501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9E57C7-A7DE-B901-0BF8-F3927129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0" y="381000"/>
            <a:ext cx="31242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FE00637-682E-34D2-3FD5-729B3BE22EE3}"/>
              </a:ext>
            </a:extLst>
          </p:cNvPr>
          <p:cNvSpPr/>
          <p:nvPr/>
        </p:nvSpPr>
        <p:spPr>
          <a:xfrm>
            <a:off x="2794000" y="60198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62553C0-1AA6-B488-18A4-597C95B595F9}"/>
              </a:ext>
            </a:extLst>
          </p:cNvPr>
          <p:cNvSpPr/>
          <p:nvPr/>
        </p:nvSpPr>
        <p:spPr>
          <a:xfrm>
            <a:off x="4546600" y="28956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F4B6575-D1BD-F5EF-8E6A-2162D566CC7D}"/>
              </a:ext>
            </a:extLst>
          </p:cNvPr>
          <p:cNvSpPr/>
          <p:nvPr/>
        </p:nvSpPr>
        <p:spPr>
          <a:xfrm>
            <a:off x="6756400" y="58674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19C3BD0-C308-6F68-1103-55EB681D7EDA}"/>
              </a:ext>
            </a:extLst>
          </p:cNvPr>
          <p:cNvSpPr/>
          <p:nvPr/>
        </p:nvSpPr>
        <p:spPr>
          <a:xfrm>
            <a:off x="8432800" y="24384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5FE299F-76BC-AF8D-889A-A68B71162BA2}"/>
              </a:ext>
            </a:extLst>
          </p:cNvPr>
          <p:cNvSpPr/>
          <p:nvPr/>
        </p:nvSpPr>
        <p:spPr>
          <a:xfrm>
            <a:off x="9956800" y="60960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033E3DC-8F5B-97DA-5A9B-1F8B940A7BA6}"/>
              </a:ext>
            </a:extLst>
          </p:cNvPr>
          <p:cNvSpPr/>
          <p:nvPr/>
        </p:nvSpPr>
        <p:spPr>
          <a:xfrm>
            <a:off x="11938000" y="23622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3C9E-3890-6C26-6FB6-806BFBC2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16E47FE-FF44-F2EE-7D1A-CA69D4D0A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96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D9583C5-B0C9-F7BD-31C9-53D8F11E24C6}"/>
              </a:ext>
            </a:extLst>
          </p:cNvPr>
          <p:cNvSpPr/>
          <p:nvPr/>
        </p:nvSpPr>
        <p:spPr>
          <a:xfrm>
            <a:off x="12623800" y="5410200"/>
            <a:ext cx="3352800" cy="1981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2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23B73DB3632340A8C8FEE6EFDC4F94" ma:contentTypeVersion="7" ma:contentTypeDescription="Create a new document." ma:contentTypeScope="" ma:versionID="a44e4b9dde152e715fe3ab93679f971e">
  <xsd:schema xmlns:xsd="http://www.w3.org/2001/XMLSchema" xmlns:xs="http://www.w3.org/2001/XMLSchema" xmlns:p="http://schemas.microsoft.com/office/2006/metadata/properties" xmlns:ns2="4890911a-406b-4a21-a8f6-655236cc89c3" targetNamespace="http://schemas.microsoft.com/office/2006/metadata/properties" ma:root="true" ma:fieldsID="03eb6af99cecbff0d9dcbb855affef69" ns2:_="">
    <xsd:import namespace="4890911a-406b-4a21-a8f6-655236cc89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0911a-406b-4a21-a8f6-655236cc89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42CEA4-9837-4549-B0EC-0E275B838649}"/>
</file>

<file path=customXml/itemProps2.xml><?xml version="1.0" encoding="utf-8"?>
<ds:datastoreItem xmlns:ds="http://schemas.openxmlformats.org/officeDocument/2006/customXml" ds:itemID="{BE1D3BE0-AA9E-496A-82BB-A37DAC57EBE4}"/>
</file>

<file path=customXml/itemProps3.xml><?xml version="1.0" encoding="utf-8"?>
<ds:datastoreItem xmlns:ds="http://schemas.openxmlformats.org/officeDocument/2006/customXml" ds:itemID="{FBC81568-E768-4755-ACFC-C821546DDC41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Custom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Drew Doolin</dc:creator>
  <cp:lastModifiedBy>Drew Doolin</cp:lastModifiedBy>
  <cp:revision>2</cp:revision>
  <dcterms:created xsi:type="dcterms:W3CDTF">2006-08-16T00:00:00Z</dcterms:created>
  <dcterms:modified xsi:type="dcterms:W3CDTF">2026-07-23T15:01:03Z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0x010100D423B73DB3632340A8C8FEE6EFDC4F94</vt:lpwstr>
  </property>
</Properties>
</file>